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pen Sans Bold" charset="1" panose="020B0806030504020204"/>
      <p:regular r:id="rId13"/>
    </p:embeddedFont>
    <p:embeddedFont>
      <p:font typeface="Open Sans" charset="1" panose="020B0606030504020204"/>
      <p:regular r:id="rId14"/>
    </p:embeddedFont>
    <p:embeddedFont>
      <p:font typeface="Arimo" charset="1" panose="020B0604020202020204"/>
      <p:regular r:id="rId15"/>
    </p:embeddedFont>
    <p:embeddedFont>
      <p:font typeface="Poppins Bold" charset="1" panose="000008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https://mouaddeh.github.io/portfolio-si/index.html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458" r="0" b="-3145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63430" y="187833"/>
            <a:ext cx="4708172" cy="59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</a:pPr>
            <a:r>
              <a:rPr lang="en-US" b="true" sz="3458">
                <a:solidFill>
                  <a:srgbClr val="000000">
                    <a:alpha val="5882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  <a:r>
              <a:rPr lang="en-US" b="true" sz="3458">
                <a:solidFill>
                  <a:srgbClr val="000000">
                    <a:alpha val="58824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 Web E-commerce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8334" y="6253651"/>
            <a:ext cx="3925888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Réalisé par :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85014" y="7298003"/>
            <a:ext cx="5098415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DEHICHI Mouad</a:t>
            </a:r>
          </a:p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ZIDELMAL Tassadit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8334" y="8392743"/>
            <a:ext cx="3802539" cy="77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40"/>
              </a:lnSpc>
            </a:pPr>
            <a:r>
              <a:rPr lang="en-US" sz="4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Encadré par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03479" y="9191625"/>
            <a:ext cx="5869907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Mr. CHERGUI Anis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458" r="0" b="-3145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64682" y="3609231"/>
            <a:ext cx="10087624" cy="5649069"/>
          </a:xfrm>
          <a:custGeom>
            <a:avLst/>
            <a:gdLst/>
            <a:ahLst/>
            <a:cxnLst/>
            <a:rect r="r" b="b" t="t" l="l"/>
            <a:pathLst>
              <a:path h="5649069" w="10087624">
                <a:moveTo>
                  <a:pt x="0" y="0"/>
                </a:moveTo>
                <a:lnTo>
                  <a:pt x="10087624" y="0"/>
                </a:lnTo>
                <a:lnTo>
                  <a:pt x="10087624" y="5649069"/>
                </a:lnTo>
                <a:lnTo>
                  <a:pt x="0" y="56490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63430" y="187833"/>
            <a:ext cx="4708172" cy="59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</a:pP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 Web E-commerce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8099" y="178308"/>
            <a:ext cx="18089901" cy="247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58"/>
              </a:lnSpc>
            </a:pPr>
            <a:r>
              <a:rPr lang="en-US" sz="397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Nos Portfolios :</a:t>
            </a:r>
          </a:p>
          <a:p>
            <a:pPr algn="l">
              <a:lnSpc>
                <a:spcPts val="4736"/>
              </a:lnSpc>
            </a:pPr>
            <a:r>
              <a:rPr lang="en-US" sz="338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Nous avons chacun réalisé un portfolio professionnel qui présente nos compétences, nos projets, ainsi que notre rôle dans la création du site Startech.</a:t>
            </a:r>
          </a:p>
          <a:p>
            <a:pPr algn="l">
              <a:lnSpc>
                <a:spcPts val="4736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-350859" y="2573001"/>
            <a:ext cx="7222634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1er portfolio 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374849" y="9563100"/>
            <a:ext cx="1886585" cy="58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b="true" sz="345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👉 Lien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08494" y="9509557"/>
            <a:ext cx="9836150" cy="641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mouaddeh.github.io/portfolio-si/index.html"/>
              </a:rPr>
              <a:t>https://mouaddeh.github.io/portfolio-si/index.html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458" r="0" b="-3145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414747" y="2779882"/>
            <a:ext cx="11863765" cy="5990005"/>
          </a:xfrm>
          <a:custGeom>
            <a:avLst/>
            <a:gdLst/>
            <a:ahLst/>
            <a:cxnLst/>
            <a:rect r="r" b="b" t="t" l="l"/>
            <a:pathLst>
              <a:path h="5990005" w="11863765">
                <a:moveTo>
                  <a:pt x="0" y="0"/>
                </a:moveTo>
                <a:lnTo>
                  <a:pt x="11863765" y="0"/>
                </a:lnTo>
                <a:lnTo>
                  <a:pt x="11863765" y="5990004"/>
                </a:lnTo>
                <a:lnTo>
                  <a:pt x="0" y="59900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63430" y="187833"/>
            <a:ext cx="4708172" cy="59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</a:pP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 Web E-commerce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44739" y="1370309"/>
            <a:ext cx="7222634" cy="662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Le 2éme portfolio 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977168" y="9449845"/>
            <a:ext cx="2000726" cy="58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b="true" sz="345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👉 Lien 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09916" y="9449845"/>
            <a:ext cx="876268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https://zidelmaltassadit.github.io/mon_site/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458" r="0" b="-3145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63430" y="187833"/>
            <a:ext cx="4708172" cy="59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</a:pP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 Web E-commerce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61185" y="1360468"/>
            <a:ext cx="1725930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Notre objectif :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proposer une expérience claire, intuitive, et visuellement professionnelle.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61185" y="2677160"/>
            <a:ext cx="17259300" cy="6581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Avant de passer à la création du site, nous avons produit plusieurs livrables essentiels sont 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Cahier des charges :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définition précise des besoins et des fonctionnalités.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Étude de faisabilité :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analyse des contraintes techniques et organisationnelles.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Conception SFG/SFD :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structuration du système, organisation des pages et des flux.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Conception technique :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choix des outils, architecture et logique du site.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Guide d’installation : 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étapes pour installer le projet.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Manuel utilisateur :</a:t>
            </a: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explication claire de l’utilisation du site.</a:t>
            </a:r>
          </a:p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Ces documents nous ont permis d’avoir une vision complète, claire et structurée avant la création visuelle.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458" r="0" b="-3145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224003"/>
            <a:ext cx="7171571" cy="4054926"/>
          </a:xfrm>
          <a:custGeom>
            <a:avLst/>
            <a:gdLst/>
            <a:ahLst/>
            <a:cxnLst/>
            <a:rect r="r" b="b" t="t" l="l"/>
            <a:pathLst>
              <a:path h="4054926" w="7171571">
                <a:moveTo>
                  <a:pt x="0" y="0"/>
                </a:moveTo>
                <a:lnTo>
                  <a:pt x="7171571" y="0"/>
                </a:lnTo>
                <a:lnTo>
                  <a:pt x="7171571" y="4054925"/>
                </a:lnTo>
                <a:lnTo>
                  <a:pt x="0" y="40549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373586" y="4921159"/>
            <a:ext cx="8581003" cy="4798211"/>
          </a:xfrm>
          <a:custGeom>
            <a:avLst/>
            <a:gdLst/>
            <a:ahLst/>
            <a:cxnLst/>
            <a:rect r="r" b="b" t="t" l="l"/>
            <a:pathLst>
              <a:path h="4798211" w="8581003">
                <a:moveTo>
                  <a:pt x="0" y="0"/>
                </a:moveTo>
                <a:lnTo>
                  <a:pt x="8581003" y="0"/>
                </a:lnTo>
                <a:lnTo>
                  <a:pt x="8581003" y="4798210"/>
                </a:lnTo>
                <a:lnTo>
                  <a:pt x="0" y="4798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63430" y="187833"/>
            <a:ext cx="4708172" cy="59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</a:pP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 Web E-commerce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4350" y="714412"/>
            <a:ext cx="16707167" cy="1807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Nou</a:t>
            </a:r>
            <a:r>
              <a:rPr lang="en-US" sz="34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avons réalisé plusieurs maquettes représentant les pages clés du site :</a:t>
            </a:r>
          </a:p>
          <a:p>
            <a:pPr algn="l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b="true" sz="3458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Accueil, Produit, Panier et Interface Fournisseur.</a:t>
            </a:r>
          </a:p>
          <a:p>
            <a:pPr algn="l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439" y="2455378"/>
            <a:ext cx="1884521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Acceuil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419346" y="4064539"/>
            <a:ext cx="2964339" cy="613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Fournisseur 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68895" y="2455378"/>
            <a:ext cx="6150451" cy="58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mettant en avant les produits.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01291" y="4064539"/>
            <a:ext cx="6686709" cy="58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permettant de gérer les produits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458" r="0" b="-3145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4960" y="4868678"/>
            <a:ext cx="8500209" cy="4791993"/>
          </a:xfrm>
          <a:custGeom>
            <a:avLst/>
            <a:gdLst/>
            <a:ahLst/>
            <a:cxnLst/>
            <a:rect r="r" b="b" t="t" l="l"/>
            <a:pathLst>
              <a:path h="4791993" w="8500209">
                <a:moveTo>
                  <a:pt x="0" y="0"/>
                </a:moveTo>
                <a:lnTo>
                  <a:pt x="8500208" y="0"/>
                </a:lnTo>
                <a:lnTo>
                  <a:pt x="8500208" y="4791992"/>
                </a:lnTo>
                <a:lnTo>
                  <a:pt x="0" y="47919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1559300"/>
            <a:ext cx="8403572" cy="4751520"/>
          </a:xfrm>
          <a:custGeom>
            <a:avLst/>
            <a:gdLst/>
            <a:ahLst/>
            <a:cxnLst/>
            <a:rect r="r" b="b" t="t" l="l"/>
            <a:pathLst>
              <a:path h="4751520" w="8403572">
                <a:moveTo>
                  <a:pt x="0" y="0"/>
                </a:moveTo>
                <a:lnTo>
                  <a:pt x="8403572" y="0"/>
                </a:lnTo>
                <a:lnTo>
                  <a:pt x="8403572" y="4751519"/>
                </a:lnTo>
                <a:lnTo>
                  <a:pt x="0" y="47515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2963430" y="187833"/>
            <a:ext cx="4708172" cy="59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</a:pP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 Web E-commerce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621" y="3868384"/>
            <a:ext cx="1778159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Panier 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40678" y="714412"/>
            <a:ext cx="2008981" cy="629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Produit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33058" y="755889"/>
            <a:ext cx="6825456" cy="58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claire, avec options et description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9838" y="3909862"/>
            <a:ext cx="3154839" cy="58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  <a:spcBef>
                <a:spcPct val="0"/>
              </a:spcBef>
            </a:pPr>
            <a:r>
              <a:rPr lang="en-US" sz="34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simple et lisible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458" r="0" b="-3145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963430" y="187833"/>
            <a:ext cx="4708172" cy="593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1"/>
              </a:lnSpc>
            </a:pP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Si</a:t>
            </a:r>
            <a:r>
              <a:rPr lang="en-US" b="true" sz="3458">
                <a:solidFill>
                  <a:srgbClr val="000000">
                    <a:alpha val="32941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 Web E-commerce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70342" y="1674516"/>
            <a:ext cx="3557111" cy="796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21"/>
              </a:lnSpc>
              <a:spcBef>
                <a:spcPct val="0"/>
              </a:spcBef>
            </a:pPr>
            <a:r>
              <a:rPr lang="en-US" b="true" sz="46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Conclusion 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70342" y="3335858"/>
            <a:ext cx="16271721" cy="1916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1"/>
              </a:lnSpc>
              <a:spcBef>
                <a:spcPct val="0"/>
              </a:spcBef>
            </a:pPr>
            <a:r>
              <a:rPr lang="en-US" sz="365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Notre projet Startech nous a permis de suivre toutes les étapes d’une vraie réalisation web : analyse, conception, maquettes, développement, tests et présentation finale.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66901" y="6798405"/>
            <a:ext cx="6311462" cy="1632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84"/>
              </a:lnSpc>
            </a:pPr>
            <a:r>
              <a:rPr lang="en-US" sz="12342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MERCI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69404" y="8335401"/>
            <a:ext cx="678989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Pour votre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DAG5hcr_yZ0</dc:identifier>
  <dcterms:modified xsi:type="dcterms:W3CDTF">2011-08-01T06:04:30Z</dcterms:modified>
  <cp:revision>1</cp:revision>
  <dc:title>Site Web E-commerce</dc:title>
</cp:coreProperties>
</file>